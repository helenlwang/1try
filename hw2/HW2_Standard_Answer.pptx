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1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4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4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3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1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0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15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6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5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70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AAEC-34CF-4281-9D39-AA13F3E54BEA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F1773-C7FE-4006-84A2-142FE0EF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0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"/>
            <a:ext cx="11704320" cy="31089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95–703 C  Homework #2   —   Standard Answer:  ER Diagram  (no attributes)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49808" y="2176272"/>
            <a:ext cx="1883664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33472" y="2176272"/>
            <a:ext cx="182880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62272" y="2176272"/>
            <a:ext cx="0" cy="813816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62272" y="2990088"/>
            <a:ext cx="0" cy="79552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62272" y="3785615"/>
            <a:ext cx="0" cy="85039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62272" y="4636008"/>
            <a:ext cx="0" cy="70408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18119" y="932688"/>
            <a:ext cx="1" cy="56692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818119" y="1499616"/>
            <a:ext cx="1" cy="585216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818119" y="2048256"/>
            <a:ext cx="1965961" cy="36576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0" y="2048256"/>
            <a:ext cx="1746504" cy="36576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153912" y="2084832"/>
            <a:ext cx="1664207" cy="38404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462272" y="2468880"/>
            <a:ext cx="1691640" cy="1316735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62272" y="3739896"/>
            <a:ext cx="1975104" cy="45719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37376" y="3739896"/>
            <a:ext cx="1801368" cy="45719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238744" y="3776472"/>
            <a:ext cx="1801368" cy="914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40112" y="3776472"/>
            <a:ext cx="1472184" cy="914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38744" y="3785615"/>
            <a:ext cx="0" cy="85039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38744" y="4636008"/>
            <a:ext cx="9144" cy="70408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12296" y="3785615"/>
            <a:ext cx="310896" cy="7223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1530584" y="2084832"/>
            <a:ext cx="292608" cy="242316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247888" y="4507992"/>
            <a:ext cx="3575304" cy="832104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351008" y="4507992"/>
            <a:ext cx="1472184" cy="832104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46304" y="2011680"/>
            <a:ext cx="120700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011680"/>
            <a:ext cx="106070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22191" y="3621024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5615" y="5175504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768096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1920240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0" y="1920240"/>
            <a:ext cx="11155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621024"/>
            <a:ext cx="12984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0" y="3621024"/>
            <a:ext cx="10789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62672" y="5175504"/>
            <a:ext cx="11704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82912" y="5175504"/>
            <a:ext cx="15361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ADMIN_ASSISTANT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56816" y="1975104"/>
            <a:ext cx="1353312" cy="402336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67328" y="2779776"/>
            <a:ext cx="1389888" cy="420624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ASSEMBLY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2286000"/>
            <a:ext cx="1243584" cy="36576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584448"/>
            <a:ext cx="1243584" cy="384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ASSIGNMENT</a:t>
            </a:r>
          </a:p>
        </p:txBody>
      </p:sp>
      <p:sp>
        <p:nvSpPr>
          <p:cNvPr id="40" name="Diamond 39"/>
          <p:cNvSpPr/>
          <p:nvPr/>
        </p:nvSpPr>
        <p:spPr>
          <a:xfrm>
            <a:off x="3694176" y="4389120"/>
            <a:ext cx="1536192" cy="49377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</a:t>
            </a:r>
          </a:p>
        </p:txBody>
      </p:sp>
      <p:sp>
        <p:nvSpPr>
          <p:cNvPr id="41" name="Diamond 40"/>
          <p:cNvSpPr/>
          <p:nvPr/>
        </p:nvSpPr>
        <p:spPr>
          <a:xfrm>
            <a:off x="7040880" y="1261872"/>
            <a:ext cx="155448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SUBMIT</a:t>
            </a:r>
          </a:p>
        </p:txBody>
      </p:sp>
      <p:sp>
        <p:nvSpPr>
          <p:cNvPr id="42" name="Diamond 41"/>
          <p:cNvSpPr/>
          <p:nvPr/>
        </p:nvSpPr>
        <p:spPr>
          <a:xfrm>
            <a:off x="9052560" y="1792224"/>
            <a:ext cx="1463040" cy="51206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43" name="Diamond 42"/>
          <p:cNvSpPr/>
          <p:nvPr/>
        </p:nvSpPr>
        <p:spPr>
          <a:xfrm>
            <a:off x="5742432" y="3493008"/>
            <a:ext cx="1389888" cy="49377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PRODUCE</a:t>
            </a:r>
          </a:p>
        </p:txBody>
      </p:sp>
      <p:sp>
        <p:nvSpPr>
          <p:cNvPr id="44" name="Diamond 43"/>
          <p:cNvSpPr/>
          <p:nvPr/>
        </p:nvSpPr>
        <p:spPr>
          <a:xfrm>
            <a:off x="7589520" y="4389120"/>
            <a:ext cx="1298448" cy="49377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</a:t>
            </a:r>
          </a:p>
        </p:txBody>
      </p:sp>
      <p:sp>
        <p:nvSpPr>
          <p:cNvPr id="45" name="Oval 44"/>
          <p:cNvSpPr/>
          <p:nvPr/>
        </p:nvSpPr>
        <p:spPr>
          <a:xfrm>
            <a:off x="11631168" y="4315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89888" y="1719072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89888" y="2414016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46704" y="1719072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93008" y="2414016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4992" y="2011680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18688" y="2834640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18688" y="321868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8688" y="3639312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5232" y="416966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5232" y="490118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2208" y="78638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56832" y="1920240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10528" y="166420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50992" y="2834640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57216" y="1883663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02352" y="3364992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2208" y="188366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0736" y="148132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38928" y="380390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(0,N)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50608" y="316382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96528" y="331012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96528" y="4005072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(5,N)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97312" y="331012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97312" y="4151376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42832" y="435254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42832" y="5175504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(1,1)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592" y="5596128"/>
            <a:ext cx="347472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596128"/>
            <a:ext cx="201168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" y="5870448"/>
            <a:ext cx="347472" cy="219456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870448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Composite entity (from M:N)</a:t>
            </a:r>
          </a:p>
        </p:txBody>
      </p:sp>
      <p:sp>
        <p:nvSpPr>
          <p:cNvPr id="76" name="Diamond 75"/>
          <p:cNvSpPr/>
          <p:nvPr/>
        </p:nvSpPr>
        <p:spPr>
          <a:xfrm>
            <a:off x="109728" y="6126480"/>
            <a:ext cx="438912" cy="29260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6163056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Relationship (1:1 or 1:N)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08960" y="6163056"/>
            <a:ext cx="4937760" cy="219456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  =  overlapping, partial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80849967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95–703 C  Homework #2   —   Standard Answer:  Relational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3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PK underlined.   FK marked with @.   Identifying FK that is also part of the PK is both underlined and tagged @.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669280" cy="5074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Supplier_Address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Supplier_Phone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Procurement_Date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Supplier_ID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Unit_Price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Average_Unit_Cost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Units_On_Hand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Reorder_Point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Product_Assembly: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Quantity_Needed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Product_Line_Name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Customer_Email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Customer_Address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Customer_Phone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Order_Date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822960"/>
            <a:ext cx="5669280" cy="5074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Order_Line: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Order_ID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Quantity_Ordered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Unit_Price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Assignment: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Work_Center_ID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Last_Name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Address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Salary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Title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Manager: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Driver_License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Budget_Amount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Admin_Assistant: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Accounting_Training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MS_Office_Level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Sales_Rep:  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Employee_ID</a:t>
            </a:r>
            <a:r>
              <a:rPr sz="1600" b="0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@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Sales_Area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/>
            <a:r>
              <a:rPr sz="12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Notes:  Work_Center.Manager_ID@ is unique (1:1 with Manager).  Customer_Email may be null for potential customers.  Procurement PK = (Item_ID, Procurement_Date) so that at a given date an item has only one supplier.  Assignment: employee (1,N), work center (5,N).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95-703 C Homework #2 Standard Answer</dc:title>
  <dc:creator>TA Standard Answer</dc:creator>
  <cp:lastModifiedBy>Janusz Szczypula</cp:lastModifiedBy>
  <cp:revision>1</cp:revision>
  <dcterms:created xsi:type="dcterms:W3CDTF">2019-01-15T00:29:31Z</dcterms:created>
  <dcterms:modified xsi:type="dcterms:W3CDTF">2019-01-15T00:30:27Z</dcterms:modified>
  <dc:subject>ER diagram and relational schema</dc:subject>
</cp:coreProperties>
</file>